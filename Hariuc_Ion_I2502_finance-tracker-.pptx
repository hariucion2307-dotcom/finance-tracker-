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06" autoAdjust="0"/>
    <p:restoredTop sz="94660"/>
  </p:normalViewPr>
  <p:slideViewPr>
    <p:cSldViewPr snapToGrid="0">
      <p:cViewPr varScale="1">
        <p:scale>
          <a:sx n="178" d="100"/>
          <a:sy n="178" d="100"/>
        </p:scale>
        <p:origin x="186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548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874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217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00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488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030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441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094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290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519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500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924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742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226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335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354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6C076-B6C8-4971-AC53-C2530349E75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D6968A2-4B5D-4F5B-8ACA-3E3C4DE76C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87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306592"/>
            <a:ext cx="12247581" cy="6185647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ru-RU" sz="2400" b="1" dirty="0" smtClean="0"/>
              <a:t>                                                                                    </a:t>
            </a:r>
            <a:r>
              <a:rPr lang="en-US" sz="2400" b="1" dirty="0" smtClean="0"/>
              <a:t> </a:t>
            </a:r>
            <a:r>
              <a:rPr lang="ru-RU" sz="2400" dirty="0" smtClean="0"/>
              <a:t>Выполнил: </a:t>
            </a:r>
            <a:r>
              <a:rPr lang="ru-RU" sz="2400" dirty="0" err="1" smtClean="0"/>
              <a:t>Харюк</a:t>
            </a:r>
            <a:r>
              <a:rPr lang="ru-RU" sz="2400" dirty="0" smtClean="0"/>
              <a:t> Ион   </a:t>
            </a:r>
            <a:br>
              <a:rPr lang="ru-RU" sz="2400" dirty="0" smtClean="0"/>
            </a:br>
            <a:r>
              <a:rPr lang="ru-RU" sz="2400" dirty="0" smtClean="0"/>
              <a:t>                                                                                      Группа:</a:t>
            </a:r>
            <a:r>
              <a:rPr lang="en-US" sz="2400" dirty="0" smtClean="0"/>
              <a:t>I25</a:t>
            </a:r>
            <a:r>
              <a:rPr lang="ru-RU" sz="2400" dirty="0" smtClean="0"/>
              <a:t>02</a:t>
            </a:r>
            <a:br>
              <a:rPr lang="ru-RU" sz="2400" dirty="0" smtClean="0"/>
            </a:br>
            <a:r>
              <a:rPr lang="en-US" sz="2400" dirty="0" smtClean="0"/>
              <a:t>                                                    </a:t>
            </a:r>
            <a:r>
              <a:rPr lang="ru-RU" sz="2400" dirty="0" smtClean="0"/>
              <a:t>Кишинёв — 2026</a:t>
            </a:r>
            <a:br>
              <a:rPr lang="ru-RU" sz="2400" dirty="0" smtClean="0"/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8940" y="1697935"/>
            <a:ext cx="11716871" cy="16557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ru-RU" b="1" dirty="0" smtClean="0"/>
              <a:t>                                   Индивидуальный </a:t>
            </a:r>
            <a:r>
              <a:rPr lang="ru-RU" b="1" dirty="0"/>
              <a:t>проект по дисциплине «</a:t>
            </a:r>
            <a:r>
              <a:rPr lang="ru-RU" b="1" dirty="0" err="1"/>
              <a:t>JavaScript</a:t>
            </a:r>
            <a:r>
              <a:rPr lang="ru-RU" b="1" dirty="0" smtClean="0"/>
              <a:t>»</a:t>
            </a:r>
            <a:r>
              <a:rPr lang="en-US" b="1" dirty="0" smtClean="0"/>
              <a:t>.</a:t>
            </a:r>
            <a:endParaRPr lang="ru-RU" b="1" dirty="0" smtClean="0"/>
          </a:p>
          <a:p>
            <a:pPr algn="l"/>
            <a:endParaRPr lang="ru-RU" b="1" dirty="0"/>
          </a:p>
          <a:p>
            <a:pPr algn="l"/>
            <a:endParaRPr lang="ru-RU" b="1" dirty="0" smtClean="0"/>
          </a:p>
          <a:p>
            <a:pPr algn="l"/>
            <a:endParaRPr lang="ru-RU" b="1" dirty="0"/>
          </a:p>
          <a:p>
            <a:pPr algn="l"/>
            <a:r>
              <a:rPr lang="ru-RU" b="1" dirty="0" smtClean="0"/>
              <a:t>                                   </a:t>
            </a:r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Tracker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менеджер личных </a:t>
            </a:r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27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0316" y="624110"/>
            <a:ext cx="8503920" cy="715217"/>
          </a:xfrm>
        </p:spPr>
        <p:txBody>
          <a:bodyPr/>
          <a:lstStyle/>
          <a:p>
            <a:r>
              <a:rPr lang="en-US" dirty="0" smtClean="0"/>
              <a:t>        </a:t>
            </a:r>
            <a:r>
              <a:rPr lang="ru-RU" dirty="0" smtClean="0"/>
              <a:t>Описание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1296296"/>
            <a:ext cx="12192000" cy="5561703"/>
          </a:xfrm>
        </p:spPr>
        <p:txBody>
          <a:bodyPr/>
          <a:lstStyle/>
          <a:p>
            <a:r>
              <a:rPr lang="en-US" dirty="0" smtClean="0"/>
              <a:t>F</a:t>
            </a:r>
            <a:r>
              <a:rPr lang="ru-RU" dirty="0" err="1" smtClean="0"/>
              <a:t>inance</a:t>
            </a:r>
            <a:r>
              <a:rPr lang="ru-RU" dirty="0" smtClean="0"/>
              <a:t> </a:t>
            </a:r>
            <a:r>
              <a:rPr lang="ru-RU" dirty="0" err="1" smtClean="0"/>
              <a:t>Tracker</a:t>
            </a:r>
            <a:r>
              <a:rPr lang="ru-RU" dirty="0" smtClean="0"/>
              <a:t> — веб-приложение для управления личными финансами.</a:t>
            </a:r>
          </a:p>
          <a:p>
            <a:r>
              <a:rPr lang="ru-RU" dirty="0" smtClean="0"/>
              <a:t>Позволяет пользователю:</a:t>
            </a:r>
          </a:p>
          <a:p>
            <a:r>
              <a:rPr lang="ru-RU" dirty="0" smtClean="0"/>
              <a:t>учитывать доходы и расходы </a:t>
            </a:r>
          </a:p>
          <a:p>
            <a:r>
              <a:rPr lang="ru-RU" dirty="0" smtClean="0"/>
              <a:t>отслеживать финансовый баланс </a:t>
            </a:r>
          </a:p>
          <a:p>
            <a:r>
              <a:rPr lang="ru-RU" dirty="0" smtClean="0"/>
              <a:t>анализировать историю транзакций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885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09251"/>
          </a:xfrm>
        </p:spPr>
        <p:txBody>
          <a:bodyPr/>
          <a:lstStyle/>
          <a:p>
            <a:r>
              <a:rPr lang="en-US" dirty="0" smtClean="0"/>
              <a:t>                             </a:t>
            </a:r>
            <a:r>
              <a:rPr lang="ru-RU" dirty="0" smtClean="0"/>
              <a:t>Цель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968188"/>
            <a:ext cx="12192000" cy="5889812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Цель проекта — разработка интерактивного приложения на </a:t>
            </a:r>
            <a:r>
              <a:rPr lang="ru-RU" dirty="0" err="1" smtClean="0"/>
              <a:t>JavaScript</a:t>
            </a:r>
            <a:r>
              <a:rPr lang="ru-RU" dirty="0" smtClean="0"/>
              <a:t> (</a:t>
            </a:r>
            <a:r>
              <a:rPr lang="ru-RU" dirty="0" err="1" smtClean="0"/>
              <a:t>Vanilla</a:t>
            </a:r>
            <a:r>
              <a:rPr lang="ru-RU" dirty="0" smtClean="0"/>
              <a:t> JS), которое демонстрирует:</a:t>
            </a:r>
          </a:p>
          <a:p>
            <a:r>
              <a:rPr lang="ru-RU" dirty="0" smtClean="0"/>
              <a:t>работу с DOM </a:t>
            </a:r>
          </a:p>
          <a:p>
            <a:r>
              <a:rPr lang="ru-RU" dirty="0" smtClean="0"/>
              <a:t>обработку событий </a:t>
            </a:r>
          </a:p>
          <a:p>
            <a:r>
              <a:rPr lang="ru-RU" dirty="0" smtClean="0"/>
              <a:t>работу с массивами объектов </a:t>
            </a:r>
          </a:p>
          <a:p>
            <a:r>
              <a:rPr lang="ru-RU" dirty="0" smtClean="0"/>
              <a:t>создание удобного интерфейса</a:t>
            </a:r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3559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69401"/>
          </a:xfrm>
        </p:spPr>
        <p:txBody>
          <a:bodyPr/>
          <a:lstStyle/>
          <a:p>
            <a:r>
              <a:rPr lang="en-US" dirty="0" smtClean="0"/>
              <a:t>                   </a:t>
            </a:r>
            <a:r>
              <a:rPr lang="ru-RU" dirty="0" smtClean="0"/>
              <a:t>Основной функционал</a:t>
            </a: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102" y="2279656"/>
            <a:ext cx="378310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Добавление доходов и расходов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Удаление транзакций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Отображение списка операций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Автоматический расчет баланса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Фильтрация по типу операций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418" y="839096"/>
            <a:ext cx="8437582" cy="596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0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r>
              <a:rPr lang="en-US" dirty="0" smtClean="0"/>
              <a:t>              </a:t>
            </a:r>
            <a:r>
              <a:rPr lang="ru-RU" dirty="0" smtClean="0"/>
              <a:t>Используемые технологии</a:t>
            </a: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712310" y="1157436"/>
            <a:ext cx="647968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 — структура страницы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CSS3 — оформление интерфейса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(ES6+) — логика приложения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 API — взаимодействие с элементами страницы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91901"/>
            <a:ext cx="5712309" cy="569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50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0385"/>
          </a:xfrm>
        </p:spPr>
        <p:txBody>
          <a:bodyPr/>
          <a:lstStyle/>
          <a:p>
            <a:r>
              <a:rPr lang="en-US" dirty="0" smtClean="0"/>
              <a:t>                           </a:t>
            </a:r>
            <a:r>
              <a:rPr lang="ru-RU" dirty="0" smtClean="0"/>
              <a:t>Работа с </a:t>
            </a:r>
            <a:r>
              <a:rPr lang="en-US" dirty="0" smtClean="0"/>
              <a:t>DOM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758414"/>
            <a:ext cx="12192000" cy="6099586"/>
          </a:xfrm>
        </p:spPr>
        <p:txBody>
          <a:bodyPr/>
          <a:lstStyle/>
          <a:p>
            <a:r>
              <a:rPr lang="ru-RU" dirty="0" smtClean="0"/>
              <a:t>В проекте активно используется DOM:</a:t>
            </a:r>
          </a:p>
          <a:p>
            <a:r>
              <a:rPr lang="ru-RU" dirty="0" smtClean="0"/>
              <a:t>создание элементов через JS </a:t>
            </a:r>
          </a:p>
          <a:p>
            <a:r>
              <a:rPr lang="ru-RU" dirty="0" smtClean="0"/>
              <a:t>удаление элементов из списка </a:t>
            </a:r>
          </a:p>
          <a:p>
            <a:r>
              <a:rPr lang="ru-RU" dirty="0" smtClean="0"/>
              <a:t>обновление интерфейса без перезагрузки страницы </a:t>
            </a:r>
          </a:p>
          <a:p>
            <a:r>
              <a:rPr lang="ru-RU" dirty="0" smtClean="0"/>
              <a:t>обработка событий (</a:t>
            </a:r>
            <a:r>
              <a:rPr lang="ru-RU" dirty="0" err="1" smtClean="0"/>
              <a:t>click</a:t>
            </a:r>
            <a:r>
              <a:rPr lang="ru-RU" dirty="0" smtClean="0"/>
              <a:t>, </a:t>
            </a:r>
            <a:r>
              <a:rPr lang="ru-RU" dirty="0" err="1" smtClean="0"/>
              <a:t>submit</a:t>
            </a:r>
            <a:r>
              <a:rPr lang="ru-RU" dirty="0" smtClean="0"/>
              <a:t>) </a:t>
            </a:r>
            <a:endParaRPr lang="ru-RU" dirty="0"/>
          </a:p>
        </p:txBody>
      </p:sp>
      <p:sp>
        <p:nvSpPr>
          <p:cNvPr id="4" name="AutoShape 2" descr="DOM (Document Object Model): что это за технология в HTML и J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891" y="3264946"/>
            <a:ext cx="7207623" cy="348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96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r>
              <a:rPr lang="en-US" dirty="0" smtClean="0"/>
              <a:t>                  </a:t>
            </a:r>
            <a:r>
              <a:rPr lang="ru-RU" dirty="0" smtClean="0"/>
              <a:t>Обработка событий</a:t>
            </a: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" y="1131266"/>
            <a:ext cx="390323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submit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добавление транзакции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удаление элемента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поиск и фильтрация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203" y="1172583"/>
            <a:ext cx="8288768" cy="25334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237" y="3845860"/>
            <a:ext cx="8150709" cy="293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040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r>
              <a:rPr lang="en-US" dirty="0" smtClean="0"/>
              <a:t>                </a:t>
            </a:r>
            <a:r>
              <a:rPr lang="ru-RU" dirty="0" smtClean="0"/>
              <a:t>Интерфейс приложения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131756"/>
            <a:ext cx="12192000" cy="5726244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Особенности интерфейса:</a:t>
            </a:r>
          </a:p>
          <a:p>
            <a:r>
              <a:rPr lang="ru-RU" dirty="0" err="1" smtClean="0"/>
              <a:t>минималистичный</a:t>
            </a:r>
            <a:r>
              <a:rPr lang="ru-RU" dirty="0" smtClean="0"/>
              <a:t> дизайн </a:t>
            </a:r>
          </a:p>
          <a:p>
            <a:r>
              <a:rPr lang="ru-RU" dirty="0" smtClean="0"/>
              <a:t>понятная форма добавления транзакций </a:t>
            </a:r>
          </a:p>
          <a:p>
            <a:r>
              <a:rPr lang="ru-RU" dirty="0" smtClean="0"/>
              <a:t>цветовое разделение (доход / расход) </a:t>
            </a:r>
          </a:p>
          <a:p>
            <a:r>
              <a:rPr lang="ru-RU" dirty="0" smtClean="0"/>
              <a:t>адаптивность под разные устройства 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857" y="1084046"/>
            <a:ext cx="5653143" cy="577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440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5538"/>
          </a:xfrm>
        </p:spPr>
        <p:txBody>
          <a:bodyPr/>
          <a:lstStyle/>
          <a:p>
            <a:r>
              <a:rPr lang="en-US" dirty="0" smtClean="0"/>
              <a:t>                  </a:t>
            </a:r>
            <a:r>
              <a:rPr lang="ru-RU" dirty="0" smtClean="0"/>
              <a:t>Пример использования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935914"/>
            <a:ext cx="12192000" cy="5922085"/>
          </a:xfrm>
        </p:spPr>
        <p:txBody>
          <a:bodyPr/>
          <a:lstStyle/>
          <a:p>
            <a:pPr marL="0" indent="0">
              <a:buNone/>
            </a:pPr>
            <a:r>
              <a:rPr lang="ru-RU" smtClean="0"/>
              <a:t>Пользователь:</a:t>
            </a:r>
          </a:p>
          <a:p>
            <a:r>
              <a:rPr lang="ru-RU" dirty="0" smtClean="0"/>
              <a:t>Добавляет доход 500$ </a:t>
            </a:r>
          </a:p>
          <a:p>
            <a:r>
              <a:rPr lang="ru-RU" dirty="0" smtClean="0"/>
              <a:t>Добавляет расход 200$ </a:t>
            </a:r>
          </a:p>
          <a:p>
            <a:r>
              <a:rPr lang="ru-RU" dirty="0" smtClean="0"/>
              <a:t>Система автоматически считает баланс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2519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r>
              <a:rPr lang="ru-RU" dirty="0" smtClean="0"/>
              <a:t>                                    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021976"/>
            <a:ext cx="12192000" cy="5836024"/>
          </a:xfrm>
        </p:spPr>
        <p:txBody>
          <a:bodyPr/>
          <a:lstStyle/>
          <a:p>
            <a:r>
              <a:rPr lang="ru-RU" dirty="0" smtClean="0"/>
              <a:t>В ходе выполнения индивидуального проекта был разработан веб-приложение </a:t>
            </a:r>
            <a:r>
              <a:rPr lang="ru-RU" b="1" dirty="0" err="1" smtClean="0"/>
              <a:t>Finance</a:t>
            </a:r>
            <a:r>
              <a:rPr lang="ru-RU" b="1" dirty="0" smtClean="0"/>
              <a:t> </a:t>
            </a:r>
            <a:r>
              <a:rPr lang="ru-RU" b="1" dirty="0" err="1" smtClean="0"/>
              <a:t>Tracker</a:t>
            </a:r>
            <a:r>
              <a:rPr lang="ru-RU" dirty="0" smtClean="0"/>
              <a:t>, предназначенное для учета личных финансов.</a:t>
            </a:r>
          </a:p>
          <a:p>
            <a:r>
              <a:rPr lang="ru-RU" dirty="0" smtClean="0"/>
              <a:t>Проект позволил закрепить практические навыки работы с </a:t>
            </a:r>
            <a:r>
              <a:rPr lang="ru-RU" b="1" dirty="0" err="1" smtClean="0"/>
              <a:t>JavaScript</a:t>
            </a:r>
            <a:r>
              <a:rPr lang="ru-RU" b="1" dirty="0" smtClean="0"/>
              <a:t> (</a:t>
            </a:r>
            <a:r>
              <a:rPr lang="ru-RU" b="1" dirty="0" err="1" smtClean="0"/>
              <a:t>Vanilla</a:t>
            </a:r>
            <a:r>
              <a:rPr lang="ru-RU" b="1" dirty="0" smtClean="0"/>
              <a:t> JS)</a:t>
            </a:r>
            <a:r>
              <a:rPr lang="ru-RU" dirty="0" smtClean="0"/>
              <a:t>, включая взаимодействие с DOM, обработку пользовательских событий и управление данными в виде массива объектов.</a:t>
            </a:r>
          </a:p>
          <a:p>
            <a:r>
              <a:rPr lang="ru-RU" dirty="0" smtClean="0"/>
              <a:t>Были реализованы основные функции приложения: добавление и удаление транзакций, отображение списка операций, а также автоматический расчет финансового баланса.</a:t>
            </a:r>
          </a:p>
          <a:p>
            <a:r>
              <a:rPr lang="ru-RU" dirty="0" smtClean="0"/>
              <a:t>Таким образом, разработанное приложение демонстрирует умение создавать интерактивные и удобные веб-интерфейсы без использования сторонних </a:t>
            </a:r>
            <a:r>
              <a:rPr lang="ru-RU" dirty="0" err="1" smtClean="0"/>
              <a:t>фреймворков</a:t>
            </a:r>
            <a:r>
              <a:rPr lang="ru-RU" dirty="0" smtClean="0"/>
              <a:t> и соответствует поставленным целям проекта.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5716419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173</TotalTime>
  <Words>296</Words>
  <Application>Microsoft Office PowerPoint</Application>
  <PresentationFormat>Широкоэкранный</PresentationFormat>
  <Paragraphs>58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Легкий дым</vt:lpstr>
      <vt:lpstr>                                                                                      Выполнил: Харюк Ион                                                                                          Группа:I2502                                                     Кишинёв — 2026 </vt:lpstr>
      <vt:lpstr>        Описание проекта</vt:lpstr>
      <vt:lpstr>                             Цель проекта</vt:lpstr>
      <vt:lpstr>                   Основной функционал</vt:lpstr>
      <vt:lpstr>              Используемые технологии</vt:lpstr>
      <vt:lpstr>                           Работа с DOM</vt:lpstr>
      <vt:lpstr>                  Обработка событий</vt:lpstr>
      <vt:lpstr>                Интерфейс приложения</vt:lpstr>
      <vt:lpstr>                  Пример использования</vt:lpstr>
      <vt:lpstr>                                    Заключение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Индивидуальный проект по дисциплине «JavaScript» Тема: Finance Tracker — менеджер личных финансов Выполнил: ____________________ Группа: ____________________ Кишинёв — 2026</dc:title>
  <dc:creator>Учетная запись Майкрософт</dc:creator>
  <cp:lastModifiedBy>Учетная запись Майкрософт</cp:lastModifiedBy>
  <cp:revision>10</cp:revision>
  <dcterms:created xsi:type="dcterms:W3CDTF">2026-05-19T06:19:59Z</dcterms:created>
  <dcterms:modified xsi:type="dcterms:W3CDTF">2026-05-19T09:13:00Z</dcterms:modified>
</cp:coreProperties>
</file>